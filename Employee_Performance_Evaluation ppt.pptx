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2E9CC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</c:v>
                  </c:pt>
                  <c:pt idx="1">
                    <c:v>Marketing</c:v>
                  </c:pt>
                  <c:pt idx="2">
                    <c:v>IT</c:v>
                  </c:pt>
                  <c:pt idx="3">
                    <c:v>HR</c:v>
                  </c:pt>
                  <c:pt idx="4">
                    <c:v>Finance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</c:v>
                </c:pt>
                <c:pt idx="1">
                  <c:v>3.3</c:v>
                </c:pt>
                <c:pt idx="2">
                  <c:v>3.9</c:v>
                </c:pt>
                <c:pt idx="3">
                  <c:v>4.1</c:v>
                </c:pt>
                <c:pt idx="4">
                  <c:v>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8"/>
              </a:solidFill>
              <a:effectLst/>
            </c:spPr>
          </c:dPt>
          <c:dPt>
            <c:idx val="1"/>
            <c:bubble3D val="0"/>
            <c:spPr>
              <a:solidFill>
                <a:srgbClr val="2E9CCA"/>
              </a:solidFill>
              <a:effectLst/>
            </c:spPr>
          </c:dPt>
          <c:dPt>
            <c:idx val="2"/>
            <c:bubble3D val="0"/>
            <c:spPr>
              <a:solidFill>
                <a:srgbClr val="8FC3E0"/>
              </a:solidFill>
              <a:effectLst/>
            </c:spPr>
          </c:dPt>
          <c:dPt>
            <c:idx val="3"/>
            <c:bubble3D val="0"/>
            <c:spPr>
              <a:solidFill>
                <a:srgbClr val="E07B5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Outstanding</c:v>
                </c:pt>
                <c:pt idx="1">
                  <c:v>Exceeds</c:v>
                </c:pt>
                <c:pt idx="2">
                  <c:v>Meets</c:v>
                </c:pt>
                <c:pt idx="3">
                  <c:v>Needs Improvement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Performance Evaluation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1371600" cy="54864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Training &amp; Evaluation Results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| Excel | PowerPoint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Performance Evaluations Matter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individual work with company goals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employees clear, constructive feedback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top performers and reward them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skill gaps and plan training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fair promotion and development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Evaluation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D6E9F5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SMART goals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164592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EAF2F8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1945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self-assessment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164592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D6E9F5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1945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evaluation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40680" y="164592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EAF2F8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1945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discussion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164592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D6E9F5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1945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each review cycle and compare with previous results.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Managers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prepared: review goals and work samples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fair and use the same rating scale for all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specific examples, not general opinions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employee's self-assessment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support, coaching and resources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Forms &amp; Excel Template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Fill the Word evaluation form (responsibilities, skills, competencies, goals)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Enter 1-5 scores in the Excel 'Evaluation Data' sheet (blue cells)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Overall score, rating and status calculate automatically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Check the 'Summary' sheet for charts and top performers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Red flag = employee needs support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Scale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4.5 - 5.0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Consistently exceeds goals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3.5 - 4.4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Exceeds Expectations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exceeds goals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3.0 - 3.4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Meets Expectations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Meets goals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2.0 - 2.9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Improvement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 meets goals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Unsatisfactory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meet goals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SMART Goals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0" cy="548640"/>
          </a:xfrm>
          <a:prstGeom prst="ellipse">
            <a:avLst/>
          </a:prstGeom>
          <a:solidFill>
            <a:srgbClr val="2E9C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051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- </a:t>
            </a:r>
            <a:pPr indent="0" marL="0">
              <a:buNone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well defined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2E9CC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830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- </a:t>
            </a:r>
            <a:pPr indent="0" marL="0">
              <a:buNone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numbers or proof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2E9CC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146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 - </a:t>
            </a:r>
            <a:pPr indent="0" marL="0">
              <a:buNone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for the role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2E9C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461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- </a:t>
            </a:r>
            <a:pPr indent="0" marL="0">
              <a:buNone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business goals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2E9CC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776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 - </a:t>
            </a:r>
            <a:pPr indent="0" marL="0">
              <a:buNone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deadline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for Productive Performance Discussions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private, quiet time and place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strengths, then discuss improvements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facts and examples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and let the employee speak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agreed action steps and next review date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Results -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vs last cycle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 teamwork and technical skills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for improvement: time management, communication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progress is on track for most employees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- replace with your Excel results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 by Department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09728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leads; Sales and IT follow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and Finance need focus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training for low scorers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00584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and reward top performers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improvement plans for employees needing support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new SMART goals for the next cycle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follow-up reviews every quarter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Performance Evaluation System</dc:title>
  <dc:subject>PptxGenJS Presentation</dc:subject>
  <dc:creator>PptxGenJS</dc:creator>
  <cp:lastModifiedBy>PptxGenJS</cp:lastModifiedBy>
  <cp:revision>1</cp:revision>
  <dcterms:created xsi:type="dcterms:W3CDTF">2026-10-27T17:46:03Z</dcterms:created>
  <dcterms:modified xsi:type="dcterms:W3CDTF">2026-10-27T17:46:03Z</dcterms:modified>
</cp:coreProperties>
</file>